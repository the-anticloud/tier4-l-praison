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L_PRAISON</a:t>
            </a:r>
          </a:p>
          <a:p>
            <a:r>
              <a:t>Tier: TIER_4_INFERENCE_AGENTS</a:t>
            </a:r>
          </a:p>
          <a:p>
            <a:r>
              <a:t>Identity: Upstream MervinPraison/PraisonAI @ d9453cb8e33b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MervinPraison/PraisonAI |</a:t>
            </a:r>
          </a:p>
          <a:p>
            <a:r>
              <a:t>| Commit | d9453cb8e33b40665a3693c1a6ed807adacf24e3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91.35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L_PRAISON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